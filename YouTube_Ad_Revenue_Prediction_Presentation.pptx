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15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591556" y="960120"/>
            <a:ext cx="1005840" cy="100584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./assets/youtu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958" y="120152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YOUTUBE AD REVENUE PREDICTION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271516" y="3246120"/>
            <a:ext cx="164592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Project for Forecasting Creator Revenue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59893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YouTube advertisement revenue using Machine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94460" y="2560320"/>
            <a:ext cx="822960" cy="822960"/>
          </a:xfrm>
          <a:prstGeom prst="ellipse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./asset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970" y="27578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420624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understand the dataset's structure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1488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229100" y="2560320"/>
            <a:ext cx="822960" cy="822960"/>
          </a:xfrm>
          <a:prstGeom prst="ellipse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./asset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610" y="275783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286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3611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Preprocessing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611880" y="420624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data for modeling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21488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063740" y="2560320"/>
            <a:ext cx="822960" cy="822960"/>
          </a:xfrm>
          <a:prstGeom prst="ellipse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./asset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250" y="275783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286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0" y="3611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Building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446520" y="420624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regression models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52560" y="21488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898380" y="2560320"/>
            <a:ext cx="822960" cy="822960"/>
          </a:xfrm>
          <a:prstGeom prst="ellipse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./assets/deskto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5890" y="275783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2286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35440" y="3611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Streamlit Deployment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281160" y="420624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 interactive prediction app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4754880"/>
          </a:xfrm>
          <a:prstGeom prst="roundRect">
            <a:avLst>
              <a:gd name="adj" fmla="val 3333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737360" y="1737360"/>
            <a:ext cx="914400" cy="914400"/>
          </a:xfrm>
          <a:prstGeom prst="ellipse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./assets/bullsey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6" y="19568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88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3108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ad_revenue_usd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every model in this project is trained to forecast — daily advertising revenue in US dollars.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062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192024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079492" y="2103120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./assets/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944" y="2243572"/>
            <a:ext cx="304312" cy="304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766560" y="192024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639812" y="2103120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./assets/thumbs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264" y="2243572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326880" y="192024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10200132" y="2103120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./assets/commen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0584" y="2243572"/>
            <a:ext cx="304312" cy="304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1832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206240" y="3593592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5079492" y="3776472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./assets/c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9944" y="3916924"/>
            <a:ext cx="304312" cy="3043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97680" y="446227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 (min)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766560" y="3593592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7639812" y="3776472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./assets/us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0264" y="3916924"/>
            <a:ext cx="304312" cy="3043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58000" y="446227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9326880" y="3593592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3"/>
          <p:cNvSpPr/>
          <p:nvPr/>
        </p:nvSpPr>
        <p:spPr>
          <a:xfrm>
            <a:off x="10200132" y="3776472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6" descr="./assets/lay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0584" y="3916924"/>
            <a:ext cx="304312" cy="3043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418320" y="446227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4206240" y="5266944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6"/>
          <p:cNvSpPr/>
          <p:nvPr/>
        </p:nvSpPr>
        <p:spPr>
          <a:xfrm>
            <a:off x="5079492" y="5449824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7" descr="./assets/mobil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9944" y="5590276"/>
            <a:ext cx="304312" cy="30431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297680" y="613562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6766560" y="5266944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29"/>
          <p:cNvSpPr/>
          <p:nvPr/>
        </p:nvSpPr>
        <p:spPr>
          <a:xfrm>
            <a:off x="7639812" y="5449824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8" descr="./assets/glob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0264" y="5590276"/>
            <a:ext cx="304312" cy="30431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858000" y="613562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300" dirty="0"/>
          </a:p>
        </p:txBody>
      </p:sp>
      <p:sp>
        <p:nvSpPr>
          <p:cNvPr id="42" name="Shape 31"/>
          <p:cNvSpPr/>
          <p:nvPr/>
        </p:nvSpPr>
        <p:spPr>
          <a:xfrm>
            <a:off x="9326880" y="5266944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2"/>
          <p:cNvSpPr/>
          <p:nvPr/>
        </p:nvSpPr>
        <p:spPr>
          <a:xfrm>
            <a:off x="10200132" y="5449824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9" descr="./assets/calendar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0584" y="5590276"/>
            <a:ext cx="304312" cy="30431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418320" y="613562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46" name="Text 3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EDA &amp; Preprocessing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95549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64576" y="1468701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Missing Value Handling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4576" y="1797885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or drop incomplete records so models train on reliable 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881360" y="1587573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364813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1009185" y="2437965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Duplicate Removal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09185" y="2767149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repeated rows that could bias model learning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881360" y="255683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48640" y="3334077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1031491" y="34072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Date Feature Extraction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031491" y="3736413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day, month, and weekday signals from raw timestamps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881360" y="3526101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4303341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1020341" y="4376493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One-Hot Encoding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020341" y="4705677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category, device, and country into numeric indicators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881360" y="4495365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548640" y="5272605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/>
          <p:nvPr/>
        </p:nvSpPr>
        <p:spPr>
          <a:xfrm>
            <a:off x="1020334" y="5345757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Standard Scaling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020334" y="5674941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numeric features where scale sensitivity applies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0881360" y="5464629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11548872" y="5921829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derived signals that sharpen the model's predictive power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./asset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23306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671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Engagement Rate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interaction intensity relative to views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0" y="2194560"/>
            <a:ext cx="566928" cy="56692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./assets/thumbs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063" y="23306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1671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Like Rate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0175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normalized by total views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66760" y="2194560"/>
            <a:ext cx="566928" cy="56692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./assets/comme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823" y="23306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1671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Comment Rate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30175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volume normalized by total views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48640" y="42976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4526280"/>
            <a:ext cx="566928" cy="56692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./asset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03" y="466234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4988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Average Watch Time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3492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minutes retained per viewer session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4343400" y="42976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572000" y="4526280"/>
            <a:ext cx="566928" cy="56692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./assets/userfriend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8063" y="466234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4988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Views per Subscriber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3492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efficiency against the subscriber base</a:t>
            </a: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8138160" y="42976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366760" y="4526280"/>
            <a:ext cx="566928" cy="56692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./assets/calendarwee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2823" y="466234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4988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Weekend Indicator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53492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whether a video's activity falls on a weekend</a:t>
            </a: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Regression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algorithms benchmarked to find the strongest predictor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0F0F0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07008" y="2697480"/>
            <a:ext cx="768096" cy="768096"/>
          </a:xfrm>
          <a:prstGeom prst="ellipse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./asset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351" y="288182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Text 5"/>
          <p:cNvSpPr/>
          <p:nvPr/>
        </p:nvSpPr>
        <p:spPr>
          <a:xfrm>
            <a:off x="685800" y="3749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434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relationship model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52928" y="192024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0F0F0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990088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511296" y="2697480"/>
            <a:ext cx="768096" cy="768096"/>
          </a:xfrm>
          <a:prstGeom prst="ellipse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./assets/tre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639" y="288182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Text 10"/>
          <p:cNvSpPr/>
          <p:nvPr/>
        </p:nvSpPr>
        <p:spPr>
          <a:xfrm>
            <a:off x="2990088" y="3749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035808" y="4434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rule-based branches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157216" y="192024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0F0F0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5294376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815584" y="2697480"/>
            <a:ext cx="768096" cy="768096"/>
          </a:xfrm>
          <a:prstGeom prst="ellipse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./assets/randomfores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927" y="288182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0" name="Text 15"/>
          <p:cNvSpPr/>
          <p:nvPr/>
        </p:nvSpPr>
        <p:spPr>
          <a:xfrm>
            <a:off x="5294376" y="3749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340096" y="4434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many decision trees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461504" y="192024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0F0F0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7598664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8119872" y="2697480"/>
            <a:ext cx="768096" cy="768096"/>
          </a:xfrm>
          <a:prstGeom prst="ellipse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./asset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215" y="288182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6" name="Text 20"/>
          <p:cNvSpPr/>
          <p:nvPr/>
        </p:nvSpPr>
        <p:spPr>
          <a:xfrm>
            <a:off x="7598664" y="3749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644384" y="4434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trees correcting prior errors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765792" y="192024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0F0F0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9902952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10424160" y="2697480"/>
            <a:ext cx="768096" cy="768096"/>
          </a:xfrm>
          <a:prstGeom prst="ellipse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4" descr="./assets/mapmark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8503" y="288182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2" name="Text 25"/>
          <p:cNvSpPr/>
          <p:nvPr/>
        </p:nvSpPr>
        <p:spPr>
          <a:xfrm>
            <a:off x="9902952" y="3749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948672" y="4434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using nearest neighbor similarity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model accuracy across four standard regression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94460" y="2286000"/>
            <a:ext cx="640080" cy="64008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./assets/calcula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79" y="24396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154680" y="201168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000500" y="2286000"/>
            <a:ext cx="640080" cy="64008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./assets/calcula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119" y="24396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MSE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760720" y="201168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6606540" y="2286000"/>
            <a:ext cx="640080" cy="64008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./assets/calcula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159" y="243961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52160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RMSE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8366760" y="201168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9212580" y="2286000"/>
            <a:ext cx="640080" cy="64008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./assets/calcula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199" y="243961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200" y="3154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R² Score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0000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868680" y="4663440"/>
            <a:ext cx="777240" cy="777240"/>
          </a:xfrm>
          <a:prstGeom prst="ellipse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./assets/troph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8" y="4849978"/>
            <a:ext cx="404165" cy="40416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920240" y="45445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MODEL</a:t>
            </a:r>
            <a:endParaRPr lang="en-US" sz="1400" b="1" dirty="0"/>
          </a:p>
        </p:txBody>
      </p:sp>
      <p:sp>
        <p:nvSpPr>
          <p:cNvPr id="24" name="Text 17"/>
          <p:cNvSpPr/>
          <p:nvPr/>
        </p:nvSpPr>
        <p:spPr>
          <a:xfrm>
            <a:off x="1920240" y="4892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Linear Regression</a:t>
            </a:r>
            <a:endParaRPr lang="en-US" sz="2800" dirty="0"/>
          </a:p>
        </p:txBody>
      </p:sp>
      <p:sp>
        <p:nvSpPr>
          <p:cNvPr id="25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Streamlit 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app that brings the model to end users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07008" y="2148840"/>
            <a:ext cx="768096" cy="768096"/>
          </a:xfrm>
          <a:prstGeom prst="ellipse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./assets/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351" y="233318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Text 4"/>
          <p:cNvSpPr/>
          <p:nvPr/>
        </p:nvSpPr>
        <p:spPr>
          <a:xfrm>
            <a:off x="685800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overview of the project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52928" y="1828800"/>
            <a:ext cx="2084832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511296" y="2148840"/>
            <a:ext cx="768096" cy="768096"/>
          </a:xfrm>
          <a:prstGeom prst="ellipse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./asset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639" y="233318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Text 8"/>
          <p:cNvSpPr/>
          <p:nvPr/>
        </p:nvSpPr>
        <p:spPr>
          <a:xfrm>
            <a:off x="2990088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035808" y="388620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underlying raw data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157216" y="1828800"/>
            <a:ext cx="2084832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815584" y="2148840"/>
            <a:ext cx="768096" cy="768096"/>
          </a:xfrm>
          <a:prstGeom prst="ellipse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./assets/chartpi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927" y="233318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Text 12"/>
          <p:cNvSpPr/>
          <p:nvPr/>
        </p:nvSpPr>
        <p:spPr>
          <a:xfrm>
            <a:off x="5294376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Visualizations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40096" y="388620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EDA charts and trends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461504" y="1828800"/>
            <a:ext cx="2084832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119872" y="2148840"/>
            <a:ext cx="768096" cy="768096"/>
          </a:xfrm>
          <a:prstGeom prst="ellipse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./assets/magic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4215" y="233318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Text 16"/>
          <p:cNvSpPr/>
          <p:nvPr/>
        </p:nvSpPr>
        <p:spPr>
          <a:xfrm>
            <a:off x="7598664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44384" y="388620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 revenue estimation tool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765792" y="1828800"/>
            <a:ext cx="2084832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0424160" y="2148840"/>
            <a:ext cx="768096" cy="768096"/>
          </a:xfrm>
          <a:prstGeom prst="ellipse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./assets/tachomet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8503" y="2333183"/>
            <a:ext cx="399410" cy="39941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7" name="Text 20"/>
          <p:cNvSpPr/>
          <p:nvPr/>
        </p:nvSpPr>
        <p:spPr>
          <a:xfrm>
            <a:off x="9902952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F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Performance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948672" y="388620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comparisons across models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 about ad revenue drivers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24812" y="2240280"/>
            <a:ext cx="768096" cy="768096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./asset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155" y="2424623"/>
            <a:ext cx="399410" cy="399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Views are the strongest predictor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 count carries the most weight in forecasting ad revenue among all features tested.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719572" y="2240280"/>
            <a:ext cx="768096" cy="768096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./asset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915" y="2424623"/>
            <a:ext cx="399410" cy="3994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00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Watch time &amp; subscribers matter too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42062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retention and a larger subscriber base both meaningfully influence revenue outcomes.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514332" y="2240280"/>
            <a:ext cx="768096" cy="768096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./assets/trophy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675" y="2424623"/>
            <a:ext cx="399410" cy="3994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00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Linear Regression led accuracy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42062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its simplicity, Linear Regression outperformed the more complex models on this dataset.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637276" y="685800"/>
            <a:ext cx="914400" cy="91440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./assets/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9052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830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2423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project completed successfully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9516" y="379476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43684" y="4069080"/>
            <a:ext cx="694944" cy="69494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./assets/slid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0471" y="4235867"/>
            <a:ext cx="361371" cy="3613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2396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Hyperparameter Tuning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928116" y="53492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optimize model parameters for better accuracy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402836" y="379476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747004" y="4069080"/>
            <a:ext cx="694944" cy="69494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./assets/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791" y="4235867"/>
            <a:ext cx="361371" cy="3613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85716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XGBoost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631436" y="53492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high-performance gradient boosting framework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106156" y="379476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81818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9450324" y="4069080"/>
            <a:ext cx="694944" cy="69494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./assets/puzz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7111" y="4235867"/>
            <a:ext cx="361371" cy="3613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89036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SHAP Explainability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334756" y="53492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interpretability to reveal feature-level impact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458</Words>
  <Application>Microsoft Office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Ad Revenue Prediction</dc:title>
  <dc:subject>PptxGenJS Presentation</dc:subject>
  <dc:creator>Janu</dc:creator>
  <cp:lastModifiedBy>Mahesh Kumar</cp:lastModifiedBy>
  <cp:revision>6</cp:revision>
  <dcterms:created xsi:type="dcterms:W3CDTF">2026-07-05T14:37:32Z</dcterms:created>
  <dcterms:modified xsi:type="dcterms:W3CDTF">2026-07-05T15:16:54Z</dcterms:modified>
</cp:coreProperties>
</file>